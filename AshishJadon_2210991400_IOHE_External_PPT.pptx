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68" r:id="rId2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24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dirty="0"/>
              <a:t>Application Security Vulnerability Assessment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dirty="0"/>
              <a:t>and Penetration Testing (APPSEC VAPT)</a:t>
            </a:r>
            <a:endParaRPr lang="en-US" sz="24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Ashish Jadon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2210991400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en-US" sz="16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Rapid growth of web and mobile applications has increased cybersecurity threats.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Application vulnerabilities are major causes of data breaches and cyberattacks.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Traditional security testing methods are no longer sufficient.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APPSEC VAPT helps identify, </a:t>
            </a:r>
            <a:r>
              <a:rPr lang="en-US" sz="1600" dirty="0" err="1"/>
              <a:t>analyse</a:t>
            </a:r>
            <a:r>
              <a:rPr lang="en-US" sz="1600" dirty="0"/>
              <a:t>, and validate vulnerabilities.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framework combines automated and manual security testing approaches.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C63E-276B-5D6A-49D9-B9552393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5253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DC95F-8F3B-9831-8DDD-82EFA203E7C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3909" y="1859621"/>
            <a:ext cx="5779213" cy="278429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Organisations</a:t>
            </a:r>
            <a:r>
              <a:rPr lang="en-US" sz="1600" dirty="0"/>
              <a:t> rely heavily on applications handling sensitive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Frequent software updates introduce new vulnerabilities.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Single-method testing approaches provide incomplete security coverage.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High false positives increase analyst workload.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Continuous security testing is required in modern </a:t>
            </a:r>
            <a:r>
              <a:rPr lang="en-US" sz="1600" dirty="0" err="1"/>
              <a:t>DevSecOps</a:t>
            </a:r>
            <a:r>
              <a:rPr lang="en-US" sz="1600" dirty="0"/>
              <a:t> environments.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639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A96E-862F-538A-7024-1D2C649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7286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5CB88-04B5-539F-5895-F379890D5DB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34256" y="1101327"/>
            <a:ext cx="5732980" cy="261791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Develop a comprehensive APPSEC VAPT framework.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Integrate SAST, DAST, IAST, and Manual Penetration Testing.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Improve vulnerability detection accuracy.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Reduce false positive rates.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Support continuous security testing within CI/CD pipelines.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9724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1F7A-B3A8-EB45-B405-FF2DBCC0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73" y="165253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APPSEC VAPT Framework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B17B3-6DD4-3ACA-05D3-9B81C9A7745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74573" y="2866490"/>
            <a:ext cx="5486040" cy="9140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/>
              <a:t>Five Main Phases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Scoping and Planning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Reconnaissance and Information Gathering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Vulnerability Assessment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Exploitation and Penetration Testing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Reporting and Remediation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Framework aligned with OWASP Top 10, NIST SP 800-115, and PTES. 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33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8EB7-E3DC-DD07-0F4C-84EB4EC6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2202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Reconnaissance and Information Gathering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6EE50-E230-CAF1-3F2F-95FB8EE5148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2067228"/>
            <a:ext cx="8229240" cy="39772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Passive Reconnaissance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DNS records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SSL certificates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GitHub repositories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Technology stack analysis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Active Reconnaissance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Endpoint enumeration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API discovery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Directory brute forcing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Traffic analysis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Tools Used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Amass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Sublist3r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FFUF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Burp Suite</a:t>
            </a:r>
          </a:p>
          <a:p>
            <a:pPr>
              <a:lnSpc>
                <a:spcPct val="10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4192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3DAB-5FB8-C424-819A-D452CE6D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388" y="154236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Assessment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165F6-291C-C4AA-03C7-82471431460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879942"/>
            <a:ext cx="8229240" cy="39772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Security Testing Approaches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SAST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Analyses source code for vulnerabilities.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DAST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Tests running applications using attack payloads.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IAST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Monitors runtime behaviour for accurate detection.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Benefits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Improved vulnerability coverage 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Early detection 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Runtime analysis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29788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9677E1-8A7E-44F5-62E7-482525DAF38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3159" y="3267181"/>
            <a:ext cx="5486040" cy="9140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Penetration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Validates vulnerabilities through controlled exploitation.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Simulates real-world cyberattacks.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Identifies chained attack paths.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Common Vulnerabilities Tested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SQL Injection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Cross-Site Scripting (XSS)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CSRF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Broken Authentication 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IDOR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Tools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Burp Suite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Metasploit Framework 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31646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9BEB-9985-371C-9415-7CECB0EB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80" y="176270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A7B20-8A9D-ADED-6111-784DFF31017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2023161"/>
            <a:ext cx="8229240" cy="39772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/>
              <a:t>Main Components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Scan Orchestrator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Finding </a:t>
            </a:r>
            <a:r>
              <a:rPr lang="en-US" sz="1600" dirty="0" err="1"/>
              <a:t>Normalisation</a:t>
            </a:r>
            <a:r>
              <a:rPr lang="en-US" sz="1600" dirty="0"/>
              <a:t> Engine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Correlation &amp; Deduplication Engine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Manual Testing Workbench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Reporting &amp; Remediation Platform 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Key Features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Automated scanning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Finding correlation </a:t>
            </a:r>
          </a:p>
          <a:p>
            <a:pPr>
              <a:lnSpc>
                <a:spcPct val="150000"/>
              </a:lnSpc>
            </a:pPr>
            <a:r>
              <a:rPr lang="en-US" sz="1600" dirty="0" err="1"/>
              <a:t>Centralised</a:t>
            </a:r>
            <a:r>
              <a:rPr lang="en-US" sz="1600" dirty="0"/>
              <a:t> reporting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Remediation tracking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97080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F3DC2-99D5-2FF6-0380-99A830ECA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513" y="17627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F753E-1401-2D04-01EC-FDB0DF5E559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9047" y="2106202"/>
            <a:ext cx="5486040" cy="91404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Framework deployed using Docker containers.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Automated DAST and SAST scanning performed.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IAST agents monitor runtime activities.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Findings stored in a central database.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Integrated with CI/CD pipelines for continuous testing.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Reports generated in PDF, XLSX, and JSON formats.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7337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28EC-A387-7BF7-F6E2-95C59E674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7627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56C91-DDE7-5B9A-662E-7022374A268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912993"/>
            <a:ext cx="8229240" cy="39772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Evaluation 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Tested on 10 different web applications.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Total vulnerabilities detected: </a:t>
            </a:r>
            <a:r>
              <a:rPr lang="en-IN" sz="1600" b="1" dirty="0"/>
              <a:t>247</a:t>
            </a:r>
            <a:r>
              <a:rPr lang="en-IN" sz="16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True Positive Rate: </a:t>
            </a:r>
            <a:r>
              <a:rPr lang="en-IN" sz="1600" b="1" dirty="0"/>
              <a:t>94.3%</a:t>
            </a:r>
            <a:r>
              <a:rPr lang="en-IN" sz="16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False Positive Rate: </a:t>
            </a:r>
            <a:r>
              <a:rPr lang="en-IN" sz="1600" b="1" dirty="0"/>
              <a:t>3.1%</a:t>
            </a:r>
            <a:r>
              <a:rPr lang="en-IN" sz="16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Most Common Vulnerabilities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SQL Injection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XSS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CSRF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IDOR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Security Misconfiguration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3978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A162-98E1-667E-0BDB-1063FE58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36" y="154236"/>
            <a:ext cx="622453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Framework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CBA4ED-1E37-400C-2AD2-FBFCFD04B0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18499" y="1972638"/>
            <a:ext cx="5486040" cy="91404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Higher vulnerability detection rates.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Reduced false positives.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Faster remediation process.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Continuous security testing support.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Better compliance with security standards.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Improved </a:t>
            </a:r>
            <a:r>
              <a:rPr lang="en-US" sz="1600" dirty="0" err="1"/>
              <a:t>DevSecOps</a:t>
            </a:r>
            <a:r>
              <a:rPr lang="en-US" sz="1600" dirty="0"/>
              <a:t> integration.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64997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430F-343E-AC9C-AF4B-7A63E5630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894" y="154236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2B35F-9061-72E9-D1F8-060032461E0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77403" y="2630184"/>
            <a:ext cx="5486040" cy="9140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Limitations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Limited support for mobile applications.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Business-logic vulnerabilities require manual expertise.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Large-scale scans may require more resources.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Future Scope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AI-assisted penetration testing.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Machine Learning for anomaly detection.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Enhanced mobile application testing.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Automated attack path generation.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21840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82AE-61E6-E09E-108F-5DEB2A30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06" y="198304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8D59C-6939-6179-86C8-EFD52AE10A8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0506" y="2650732"/>
            <a:ext cx="5486040" cy="91404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APPSEC VAPT framework provides comprehensive application security testing.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Combines SAST, DAST, IAST, and manual testing effectively.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Improves detection accuracy and remediation efficiency.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Supports continuous security assurance in modern development environments.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Helps </a:t>
            </a:r>
            <a:r>
              <a:rPr lang="en-US" sz="1600" dirty="0" err="1"/>
              <a:t>organisations</a:t>
            </a:r>
            <a:r>
              <a:rPr lang="en-US" sz="1600" dirty="0"/>
              <a:t> reduce application-layer security risks.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88484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2CFC-36B8-5744-C976-81D33319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37" y="187287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9400B-97AB-C130-173F-059DD4D19C1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90418" y="2147299"/>
            <a:ext cx="5486040" cy="91404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OWASP Top 10 2021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NIST SP 800-115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OWASP Testing Guide v4.2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PTES Technical Guidelines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Gary McGraw – Software Security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OWASP API Security Top 10 2023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69696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34758</TotalTime>
  <Words>620</Words>
  <Application>Microsoft Office PowerPoint</Application>
  <PresentationFormat>On-screen Show (4:3)</PresentationFormat>
  <Paragraphs>149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 </vt:lpstr>
      <vt:lpstr>Research Objectives </vt:lpstr>
      <vt:lpstr>APPSEC VAPT Framework </vt:lpstr>
      <vt:lpstr>Reconnaissance and Information Gathering </vt:lpstr>
      <vt:lpstr>Vulnerability Assessment </vt:lpstr>
      <vt:lpstr>PowerPoint Presentation</vt:lpstr>
      <vt:lpstr>System Architecture </vt:lpstr>
      <vt:lpstr>Implementation </vt:lpstr>
      <vt:lpstr>Results and Analysis </vt:lpstr>
      <vt:lpstr>Advantages of Proposed Framework </vt:lpstr>
      <vt:lpstr>Limitations and Future Scope </vt:lpstr>
      <vt:lpstr>Conclusion </vt:lpstr>
      <vt:lpstr>References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Ashish Jadon</cp:lastModifiedBy>
  <cp:revision>2301</cp:revision>
  <dcterms:created xsi:type="dcterms:W3CDTF">2010-04-09T07:36:15Z</dcterms:created>
  <dcterms:modified xsi:type="dcterms:W3CDTF">2026-05-14T06:57:04Z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